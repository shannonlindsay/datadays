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</p:sldMasterIdLst>
  <p:notesMasterIdLst>
    <p:notesMasterId r:id="rId7"/>
  </p:notesMasterIdLst>
  <p:handoutMasterIdLst>
    <p:handoutMasterId r:id="rId8"/>
  </p:handoutMasterIdLst>
  <p:sldIdLst>
    <p:sldId id="259" r:id="rId5"/>
    <p:sldId id="273" r:id="rId6"/>
  </p:sldIdLst>
  <p:sldSz cx="3657600" cy="3657600"/>
  <p:notesSz cx="6858000" cy="9144000"/>
  <p:defaultTextStyle>
    <a:defPPr>
      <a:defRPr lang="en-US"/>
    </a:defPPr>
    <a:lvl1pPr marL="0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1pPr>
    <a:lvl2pPr marL="175558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2pPr>
    <a:lvl3pPr marL="351117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3pPr>
    <a:lvl4pPr marL="526675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4pPr>
    <a:lvl5pPr marL="702234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5pPr>
    <a:lvl6pPr marL="877793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6pPr>
    <a:lvl7pPr marL="1053351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7pPr>
    <a:lvl8pPr marL="1228909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8pPr>
    <a:lvl9pPr marL="1404468" algn="l" defTabSz="351117" rtl="0" eaLnBrk="1" latinLnBrk="0" hangingPunct="1">
      <a:defRPr sz="6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file Pic Overlay - LinkedIn and Other Social Media" id="{E71053C3-4473-4B06-9A72-4562A81C33C3}">
          <p14:sldIdLst>
            <p14:sldId id="259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7A3BD1-DD43-8DBB-6DEC-2ECC8760C411}" name="David Griffith" initials="DG" userId="S::davidg@silverfoxprod.com::d098c8ac-700f-46f0-bf84-2134bdb9d901" providerId="AD"/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C"/>
    <a:srgbClr val="DCE7F4"/>
    <a:srgbClr val="22595F"/>
    <a:srgbClr val="2052CB"/>
    <a:srgbClr val="C2E3D9"/>
    <a:srgbClr val="B9DCD2"/>
    <a:srgbClr val="537F84"/>
    <a:srgbClr val="225B62"/>
    <a:srgbClr val="CA810E"/>
    <a:srgbClr val="E6AD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4" autoAdjust="0"/>
    <p:restoredTop sz="88011" autoAdjust="0"/>
  </p:normalViewPr>
  <p:slideViewPr>
    <p:cSldViewPr snapToGrid="0">
      <p:cViewPr>
        <p:scale>
          <a:sx n="125" d="100"/>
          <a:sy n="125" d="100"/>
        </p:scale>
        <p:origin x="1876" y="6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-1752"/>
    </p:cViewPr>
  </p:sorterViewPr>
  <p:notesViewPr>
    <p:cSldViewPr snapToGrid="0" showGuides="1">
      <p:cViewPr varScale="1">
        <p:scale>
          <a:sx n="117" d="100"/>
          <a:sy n="117" d="100"/>
        </p:scale>
        <p:origin x="1176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Sans Display" pitchFamily="2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Sans Display" pitchFamily="2" charset="0"/>
              </a:rPr>
              <a:t>6/10/2026 9:15 AM</a:t>
            </a:fld>
            <a:endParaRPr lang="en-US" dirty="0">
              <a:latin typeface="Segoe Sans Display" pitchFamily="2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Sans Display" pitchFamily="2" charset="0"/>
                <a:ea typeface="Segoe UI" pitchFamily="34" charset="0"/>
                <a:cs typeface="Segoe Sans Display" pitchFamily="2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Sans Display" pitchFamily="2" charset="0"/>
              </a:rPr>
              <a:t>‹#›</a:t>
            </a:fld>
            <a:endParaRPr lang="en-US" dirty="0">
              <a:latin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Sans Display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>
                <a:latin typeface="Segoe Sans Display" pitchFamily="2" charset="0"/>
                <a:cs typeface="Segoe Sans Display" pitchFamily="2" charset="0"/>
              </a:defRPr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386CE63F-9E7F-4C04-9D0D-FCA25A8E9E86}" type="datetime8">
              <a:rPr lang="en-US" smtClean="0"/>
              <a:pPr/>
              <a:t>6/10/2026 9:15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351117" rtl="0" eaLnBrk="1" latinLnBrk="0" hangingPunct="1">
      <a:lnSpc>
        <a:spcPct val="90000"/>
      </a:lnSpc>
      <a:spcAft>
        <a:spcPts val="128"/>
      </a:spcAft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1pPr>
    <a:lvl2pPr marL="81785" indent="-40638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2pPr>
    <a:lvl3pPr marL="125979" indent="-44195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3pPr>
    <a:lvl4pPr marL="185414" indent="-56386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4pPr>
    <a:lvl5pPr marL="236211" indent="-44195" algn="l" defTabSz="351117" rtl="0" eaLnBrk="1" latinLnBrk="0" hangingPunct="1">
      <a:lnSpc>
        <a:spcPct val="90000"/>
      </a:lnSpc>
      <a:spcAft>
        <a:spcPts val="128"/>
      </a:spcAft>
      <a:buFont typeface="Arial" pitchFamily="34" charset="0"/>
      <a:buChar char="•"/>
      <a:defRPr sz="339" kern="1200">
        <a:solidFill>
          <a:schemeClr val="tx1"/>
        </a:solidFill>
        <a:latin typeface="Segoe Sans Display" pitchFamily="2" charset="0"/>
        <a:ea typeface="+mn-ea"/>
        <a:cs typeface="+mn-cs"/>
      </a:defRPr>
    </a:lvl5pPr>
    <a:lvl6pPr marL="877793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6pPr>
    <a:lvl7pPr marL="1053351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7pPr>
    <a:lvl8pPr marL="1228909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8pPr>
    <a:lvl9pPr marL="1404468" algn="l" defTabSz="351117" rtl="0" eaLnBrk="1" latinLnBrk="0" hangingPunct="1">
      <a:defRPr sz="452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6/10/2026 9:15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14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9C31B-16B0-359C-8FE2-B507D42C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3A9EE-C5AC-8C4C-3B97-919CBA4F2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AF4BD-AAF1-52DC-8197-F046CA0CA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EE7CB90-7F6C-D36E-17E0-0CF2B81A10A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F011-BDB7-1F7C-A380-38DF8766AE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D01DE9-EF49-D7E1-19DD-888675DFCC2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6/10/2026 9:19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300E4-A05C-2722-30EB-4127AE9D1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87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34" userDrawn="1">
          <p15:clr>
            <a:srgbClr val="A4A3A4"/>
          </p15:clr>
        </p15:guide>
        <p15:guide id="7" pos="289" userDrawn="1">
          <p15:clr>
            <a:srgbClr val="A4A3A4"/>
          </p15:clr>
        </p15:guide>
        <p15:guide id="8" pos="412" userDrawn="1">
          <p15:clr>
            <a:srgbClr val="A4A3A4"/>
          </p15:clr>
        </p15:guide>
        <p15:guide id="9" pos="468" userDrawn="1">
          <p15:clr>
            <a:srgbClr val="A4A3A4"/>
          </p15:clr>
        </p15:guide>
        <p15:guide id="10" pos="590" userDrawn="1">
          <p15:clr>
            <a:srgbClr val="A4A3A4"/>
          </p15:clr>
        </p15:guide>
        <p15:guide id="11" pos="645" userDrawn="1">
          <p15:clr>
            <a:srgbClr val="A4A3A4"/>
          </p15:clr>
        </p15:guide>
        <p15:guide id="12" pos="768" userDrawn="1">
          <p15:clr>
            <a:srgbClr val="A4A3A4"/>
          </p15:clr>
        </p15:guide>
        <p15:guide id="13" pos="823" userDrawn="1">
          <p15:clr>
            <a:srgbClr val="A4A3A4"/>
          </p15:clr>
        </p15:guide>
        <p15:guide id="14" pos="948" userDrawn="1">
          <p15:clr>
            <a:srgbClr val="A4A3A4"/>
          </p15:clr>
        </p15:guide>
        <p15:guide id="15" pos="1004" userDrawn="1">
          <p15:clr>
            <a:srgbClr val="A4A3A4"/>
          </p15:clr>
        </p15:guide>
        <p15:guide id="16" pos="1126" userDrawn="1">
          <p15:clr>
            <a:srgbClr val="A4A3A4"/>
          </p15:clr>
        </p15:guide>
        <p15:guide id="17" pos="1179" userDrawn="1">
          <p15:clr>
            <a:srgbClr val="A4A3A4"/>
          </p15:clr>
        </p15:guide>
        <p15:guide id="18" pos="1303" userDrawn="1">
          <p15:clr>
            <a:srgbClr val="A4A3A4"/>
          </p15:clr>
        </p15:guide>
        <p15:guide id="19" pos="1359" userDrawn="1">
          <p15:clr>
            <a:srgbClr val="A4A3A4"/>
          </p15:clr>
        </p15:guide>
        <p15:guide id="20" pos="1481" userDrawn="1">
          <p15:clr>
            <a:srgbClr val="A4A3A4"/>
          </p15:clr>
        </p15:guide>
        <p15:guide id="21" pos="1536" userDrawn="1">
          <p15:clr>
            <a:srgbClr val="A4A3A4"/>
          </p15:clr>
        </p15:guide>
        <p15:guide id="22" pos="1659" userDrawn="1">
          <p15:clr>
            <a:srgbClr val="A4A3A4"/>
          </p15:clr>
        </p15:guide>
        <p15:guide id="23" pos="1714" userDrawn="1">
          <p15:clr>
            <a:srgbClr val="A4A3A4"/>
          </p15:clr>
        </p15:guide>
        <p15:guide id="24" pos="1837" userDrawn="1">
          <p15:clr>
            <a:srgbClr val="A4A3A4"/>
          </p15:clr>
        </p15:guide>
        <p15:guide id="25" pos="1892" userDrawn="1">
          <p15:clr>
            <a:srgbClr val="A4A3A4"/>
          </p15:clr>
        </p15:guide>
        <p15:guide id="26" pos="2015" userDrawn="1">
          <p15:clr>
            <a:srgbClr val="A4A3A4"/>
          </p15:clr>
        </p15:guide>
        <p15:guide id="27" pos="2070" userDrawn="1">
          <p15:clr>
            <a:srgbClr val="A4A3A4"/>
          </p15:clr>
        </p15:guide>
        <p15:guide id="28" orient="horz" pos="483" userDrawn="1">
          <p15:clr>
            <a:srgbClr val="5ACBF0"/>
          </p15:clr>
        </p15:guide>
        <p15:guide id="29" orient="horz" pos="678" userDrawn="1">
          <p15:clr>
            <a:srgbClr val="5ACBF0"/>
          </p15:clr>
        </p15:guide>
        <p15:guide id="30" orient="horz" pos="154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0FE875-10F9-4DF1-A8CC-6FA1477B82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8056" y="448056"/>
            <a:ext cx="2761488" cy="2761488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6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6" y="2743200"/>
                  <a:pt x="0" y="2129114"/>
                  <a:pt x="0" y="1371600"/>
                </a:cubicBezTo>
                <a:cubicBezTo>
                  <a:pt x="0" y="614086"/>
                  <a:pt x="614086" y="0"/>
                  <a:pt x="137160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here to add a picture or drag and drop</a:t>
            </a:r>
          </a:p>
        </p:txBody>
      </p:sp>
    </p:spTree>
    <p:extLst>
      <p:ext uri="{BB962C8B-B14F-4D97-AF65-F5344CB8AC3E}">
        <p14:creationId xmlns:p14="http://schemas.microsoft.com/office/powerpoint/2010/main" val="233066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11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79" y="243840"/>
            <a:ext cx="3305556" cy="166199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75260" y="765602"/>
            <a:ext cx="3305556" cy="2043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3657600" cy="36576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175565" cy="312115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87782" cy="1560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93" r:id="rId1"/>
    <p:sldLayoutId id="2147485494" r:id="rId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108" userDrawn="1">
          <p15:clr>
            <a:srgbClr val="C35EA4"/>
          </p15:clr>
        </p15:guide>
        <p15:guide id="17" pos="2196" userDrawn="1">
          <p15:clr>
            <a:srgbClr val="C35EA4"/>
          </p15:clr>
        </p15:guide>
        <p15:guide id="25" orient="horz" pos="197" userDrawn="1">
          <p15:clr>
            <a:srgbClr val="C35EA4"/>
          </p15:clr>
        </p15:guide>
        <p15:guide id="26" orient="horz" pos="2106" userDrawn="1">
          <p15:clr>
            <a:srgbClr val="C35EA4"/>
          </p15:clr>
        </p15:guide>
        <p15:guide id="28" pos="58" userDrawn="1">
          <p15:clr>
            <a:srgbClr val="A4A3A4"/>
          </p15:clr>
        </p15:guide>
        <p15:guide id="29" orient="horz" pos="2205" userDrawn="1">
          <p15:clr>
            <a:srgbClr val="A4A3A4"/>
          </p15:clr>
        </p15:guide>
        <p15:guide id="30" pos="2246" userDrawn="1">
          <p15:clr>
            <a:srgbClr val="A4A3A4"/>
          </p15:clr>
        </p15:guide>
        <p15:guide id="31" orient="horz" pos="21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107E0-4ED4-3CF1-6489-8035C8BC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935766E2-2989-3EE4-F2B7-0C0960BB00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942" y="64942"/>
            <a:ext cx="3527716" cy="3527716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6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6" y="2743200"/>
                  <a:pt x="0" y="2129114"/>
                  <a:pt x="0" y="1371600"/>
                </a:cubicBezTo>
                <a:cubicBezTo>
                  <a:pt x="0" y="614086"/>
                  <a:pt x="614086" y="0"/>
                  <a:pt x="1371600" y="0"/>
                </a:cubicBezTo>
                <a:close/>
              </a:path>
            </a:pathLst>
          </a:cu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6D38C2-057F-FA7A-7890-A365074EAA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9084" y="503531"/>
            <a:ext cx="2639432" cy="26505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2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85EA6-1B82-CBA0-C98F-FF9AA5C5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2856CF9D-E864-0C5C-58F5-85E0A5AF2A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520" y="64942"/>
            <a:ext cx="3514559" cy="3527716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6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6" y="2743200"/>
                  <a:pt x="0" y="2129114"/>
                  <a:pt x="0" y="1371600"/>
                </a:cubicBezTo>
                <a:cubicBezTo>
                  <a:pt x="0" y="614086"/>
                  <a:pt x="614086" y="0"/>
                  <a:pt x="1371600" y="0"/>
                </a:cubicBezTo>
                <a:close/>
              </a:path>
            </a:pathLst>
          </a:cu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A7A47A1-08C2-2256-62AB-6A0C353DE1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4276" y="496127"/>
            <a:ext cx="2669048" cy="266534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18252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Microsoft Template">
  <a:themeElements>
    <a:clrScheme name="MSFT Cloud">
      <a:dk1>
        <a:srgbClr val="091F2C"/>
      </a:dk1>
      <a:lt1>
        <a:srgbClr val="FFFFFF"/>
      </a:lt1>
      <a:dk2>
        <a:srgbClr val="000000"/>
      </a:dk2>
      <a:lt2>
        <a:srgbClr val="FFF8F5"/>
      </a:lt2>
      <a:accent1>
        <a:srgbClr val="702573"/>
      </a:accent1>
      <a:accent2>
        <a:srgbClr val="C03BC4"/>
      </a:accent2>
      <a:accent3>
        <a:srgbClr val="0078D4"/>
      </a:accent3>
      <a:accent4>
        <a:srgbClr val="8DC8E8"/>
      </a:accent4>
      <a:accent5>
        <a:srgbClr val="225B62"/>
      </a:accent5>
      <a:accent6>
        <a:srgbClr val="D4EC8E"/>
      </a:accent6>
      <a:hlink>
        <a:srgbClr val="0078D4"/>
      </a:hlink>
      <a:folHlink>
        <a:srgbClr val="C03BC4"/>
      </a:folHlink>
    </a:clrScheme>
    <a:fontScheme name="FantasyxMS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tx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5" id="{E913D6E1-80CA-496D-817D-B88C9874B56B}" vid="{DC5CD1DB-B520-4336-8835-5FB31507C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e74295dc-3172-4845-8648-9255e6676eb1" xsi:nil="true"/>
    <lcf76f155ced4ddcb4097134ff3c332f xmlns="8b897d9c-d3f7-418a-a50a-d18c76b3eb5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1AF31035205D4C950BC531CA2EDC05" ma:contentTypeVersion="16" ma:contentTypeDescription="Create a new document." ma:contentTypeScope="" ma:versionID="90081962b2deb50fd6396dcc9008401c">
  <xsd:schema xmlns:xsd="http://www.w3.org/2001/XMLSchema" xmlns:xs="http://www.w3.org/2001/XMLSchema" xmlns:p="http://schemas.microsoft.com/office/2006/metadata/properties" xmlns:ns1="http://schemas.microsoft.com/sharepoint/v3" xmlns:ns2="8b897d9c-d3f7-418a-a50a-d18c76b3eb5e" xmlns:ns3="e74295dc-3172-4845-8648-9255e6676eb1" targetNamespace="http://schemas.microsoft.com/office/2006/metadata/properties" ma:root="true" ma:fieldsID="d65b1191a3452072e16e805639e3c170" ns1:_="" ns2:_="" ns3:_="">
    <xsd:import namespace="http://schemas.microsoft.com/sharepoint/v3"/>
    <xsd:import namespace="8b897d9c-d3f7-418a-a50a-d18c76b3eb5e"/>
    <xsd:import namespace="e74295dc-3172-4845-8648-9255e6676e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897d9c-d3f7-418a-a50a-d18c76b3eb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4295dc-3172-4845-8648-9255e6676eb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28c1b221-e1f5-4ef7-a70e-b6c0d318be6a}" ma:internalName="TaxCatchAll" ma:showField="CatchAllData" ma:web="e74295dc-3172-4845-8648-9255e6676e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e74295dc-3172-4845-8648-9255e6676eb1"/>
    <ds:schemaRef ds:uri="http://schemas.openxmlformats.org/package/2006/metadata/core-properties"/>
    <ds:schemaRef ds:uri="http://purl.org/dc/dcmitype/"/>
    <ds:schemaRef ds:uri="http://schemas.microsoft.com/sharepoint/v3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8b897d9c-d3f7-418a-a50a-d18c76b3eb5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988465C-142D-4725-B030-D1C6E855A3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b897d9c-d3f7-418a-a50a-d18c76b3eb5e"/>
    <ds:schemaRef ds:uri="e74295dc-3172-4845-8648-9255e6676e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 Microsoft Template</Template>
  <TotalTime>315</TotalTime>
  <Words>58</Words>
  <Application>Microsoft Office PowerPoint</Application>
  <PresentationFormat>Custom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Segoe Sans Display</vt:lpstr>
      <vt:lpstr>Segoe Sans Display Semibold</vt:lpstr>
      <vt:lpstr>Segoe UI</vt:lpstr>
      <vt:lpstr>Wingdings</vt:lpstr>
      <vt:lpstr>Blank Microsoft Template</vt:lpstr>
      <vt:lpstr>PowerPoint Presentation</vt:lpstr>
      <vt:lpstr>PowerPoint Presentation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&lt;Event name&gt;</dc:subject>
  <dc:creator>Calder Thami (FRACTAL ANALYTICS INC)</dc:creator>
  <cp:keywords/>
  <dc:description/>
  <cp:lastModifiedBy>Shannon Lindsay (She/Her)</cp:lastModifiedBy>
  <cp:revision>6</cp:revision>
  <cp:lastPrinted>2023-02-15T20:48:24Z</cp:lastPrinted>
  <dcterms:created xsi:type="dcterms:W3CDTF">2025-07-23T20:51:54Z</dcterms:created>
  <dcterms:modified xsi:type="dcterms:W3CDTF">2026-06-10T16:46:27Z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0x0101008E1AF31035205D4C950BC531CA2EDC05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j7ed6b1749d644c580569ee38d7710d7">
    <vt:lpwstr/>
  </property>
  <property fmtid="{D5CDD505-2E9C-101B-9397-08002B2CF9AE}" pid="19" name="e93e2550f0ac4199ae3cf1406d72085e">
    <vt:lpwstr/>
  </property>
  <property fmtid="{D5CDD505-2E9C-101B-9397-08002B2CF9AE}" pid="20" name="o92d4232daec467abb08246282070aa9">
    <vt:lpwstr/>
  </property>
  <property fmtid="{D5CDD505-2E9C-101B-9397-08002B2CF9AE}" pid="21" name="bc8cca776fa8455c8c00307ee3c527ad">
    <vt:lpwstr/>
  </property>
  <property fmtid="{D5CDD505-2E9C-101B-9397-08002B2CF9AE}" pid="22" name="_dlc_DocIdItemGuid">
    <vt:lpwstr>4230617f-e31b-4f22-8a5a-7761a22ded76</vt:lpwstr>
  </property>
  <property fmtid="{D5CDD505-2E9C-101B-9397-08002B2CF9AE}" pid="23" name="o1dbacbd0e564fc293d11b6c4775302e">
    <vt:lpwstr/>
  </property>
  <property fmtid="{D5CDD505-2E9C-101B-9397-08002B2CF9AE}" pid="24" name="MediaServiceImageTags">
    <vt:lpwstr/>
  </property>
  <property fmtid="{D5CDD505-2E9C-101B-9397-08002B2CF9AE}" pid="25" name="epPlatforms">
    <vt:lpwstr/>
  </property>
</Properties>
</file>